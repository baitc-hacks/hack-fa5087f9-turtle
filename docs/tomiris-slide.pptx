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7751e048c4654" /><Relationship Type="http://schemas.openxmlformats.org/officeDocument/2006/relationships/extended-properties" Target="/docProps/app.xml" Id="R861caf17db1d48fd" /><Relationship Type="http://schemas.openxmlformats.org/officeDocument/2006/relationships/officeDocument" Target="/ppt/presentation.xml" Id="R45343c32fc464c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155a024f945c2"/>
  </p:sldMasterIdLst>
  <p:notesMasterIdLst>
    <p:notesMasterId xmlns:r="http://schemas.openxmlformats.org/officeDocument/2006/relationships" r:id="R249d4437d8854bf4"/>
  </p:notesMasterIdLst>
  <p:sldIdLst>
    <p:sldId xmlns:r="http://schemas.openxmlformats.org/officeDocument/2006/relationships" id="256" r:id="Ra074ca09e6fe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0a96490e64181" /><Relationship Type="http://schemas.openxmlformats.org/officeDocument/2006/relationships/slideMaster" Target="/ppt/slideMasters/slideMaster1.xml" Id="R883155a024f945c2" /><Relationship Type="http://schemas.openxmlformats.org/officeDocument/2006/relationships/notesMaster" Target="/ppt/notesMasters/notesMaster1.xml" Id="R249d4437d8854bf4" /><Relationship Type="http://schemas.openxmlformats.org/officeDocument/2006/relationships/presProps" Target="/ppt/presProps.xml" Id="R8a87335c7184466c" /><Relationship Type="http://schemas.openxmlformats.org/officeDocument/2006/relationships/tableStyles" Target="/ppt/tableStyles.xml" Id="Rcba8241cca804b5f" /><Relationship Type="http://schemas.openxmlformats.org/officeDocument/2006/relationships/slide" Target="/ppt/slides/slide1.xml" Id="Ra074ca09e6fe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2abee1a763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a87d47e7bd4c36" /><Relationship Type="http://schemas.openxmlformats.org/officeDocument/2006/relationships/notesMaster" Target="/ppt/notesMasters/notesMaster1.xml" Id="R7e1a9a710d7b43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 Томирис — примерно 60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Итоговый Score рассчитывается кодом. Большая часть веса приходится на средний балл с учётом населения, а ещё часть — на самый слабый район. Так высокие показатели одного района не скрывают отставание другого. За каждый показатель строго ниже сорока начисляется штраф.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контрольном сценарии стоимость составляет девяносто пять условных единиц. Score растёт с пятидесяти двух целых пятидесяти шести сотых до пятидесяти шести целых пятидесяти четырёх сотых. В Нуре срабатывает синергия освещения и цифровой платформы, которая добавляет два балла безопасности улиц. Этот бонус уже включён в итоговые изменения.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получает готовые дельты, стоимость, лаги и вклады мер. Он объясняет смысл выбранного набора. Числовые факты в ответ подставляет код. Если API недоступен, расчёт и таблицы остаются на экране, а резервное объяснение явно подписано.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предоставленный организаторами «Датасет районов.docx», разделы 2–4; data/rules.json и engine/scoring.py командного репозитория https://github.com/BAITC-Hacks/hack-fa5087f9-turtle. Исходный Score 52.55768; итог 56.54307. Данные синтетические; результат — оценка учебной модели, не прогноз реального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c9a145399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85ceb3bbae48e9" /><Relationship Type="http://schemas.openxmlformats.org/officeDocument/2006/relationships/slideLayout" Target="/ppt/slideLayouts/slideLayout1.xml" Id="R0b861934737f4b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861934737f4b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ed9ec4a8446c" /><Relationship Type="http://schemas.openxmlformats.org/officeDocument/2006/relationships/notesSlide" Target="/ppt/notesSlides/notesSlide1.xml" Id="R2ce1420179c845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34349-F10C-4BCE-B76F-7A791FC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Score и надёжность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F47D-23AB-4B24-976F-64BC331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2716A"/>
                </a:solidFill>
                <a:latin typeface="Helvetica Neue"/>
                <a:ea typeface="Helvetica Neue"/>
                <a:cs typeface="Helvetica Neue"/>
              </a:rPr>
              <a:t>Томирис · «Аким на 5 часов»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3C8D8-815A-4745-A499-0D83651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67B64"/>
                </a:solidFill>
                <a:latin typeface="Helvetica Neue"/>
                <a:ea typeface="Helvetica Neue"/>
                <a:cs typeface="Helvetica Neue"/>
              </a:rPr>
              <a:t>Score = 0,7 × D_avg + 0,3 × min(D_d) − N_crit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DA8D-1104-4EF3-B305-86DAA4B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1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2716A"/>
                </a:solidFill>
                <a:latin typeface="Helvetica Neue"/>
                <a:ea typeface="Helvetica Neue"/>
                <a:cs typeface="Helvetica Neue"/>
              </a:rPr>
              <a:t>D_avg — среднее по населению; N_crit — число значений строго ниже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AD2D6-D47E-4952-B8AE-A3D171F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Учитываем слабейший район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A546D-3A48-4F3C-984B-C9CB3F6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71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Хорошее среднее не должно скрывать</a:t>
            </a:r>
          </a:p>
          <a:p xmlns:a="http://schemas.openxmlformats.org/drawingml/2006/main">
            <a:pPr>
              <a:def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отставание одного района. Штраф</a:t>
            </a:r>
          </a:p>
          <a:p xmlns:a="http://schemas.openxmlformats.org/drawingml/2006/main">
            <a:pPr>
              <a:def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сохраняет внимание к критическим значениям.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539BD-B4B9-4673-A355-EC2D173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33725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67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167B64"/>
                </a:solidFill>
                <a:latin typeface="Helvetica Neue"/>
                <a:ea typeface="Helvetica Neue"/>
                <a:cs typeface="Helvetica Neue"/>
              </a:rPr>
              <a:t>52,56 → 56,54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812A0-FB4D-40D9-B52E-FBEC8E7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Бюджет: 95 из 100 у.е.</a:t>
            </a:r>
          </a:p>
          <a:p xmlns:a="http://schemas.openxmlformats.org/drawingml/2006/main">
            <a:pPr>
              <a:def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M10 + M12: B1 +2 в Нуре</a:t>
            </a:r>
          </a:p>
          <a:p xmlns:a="http://schemas.openxmlformats.org/drawingml/2006/main">
            <a:pPr>
              <a:def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Критических значений: 2 →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CD74F-5CB6-4A91-A2D4-ADAC2831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AI объясняет готовые факты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B50DD-F0ED-4486-9D1B-B56D941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Числа считает код. При ошибке API остаются Score,</a:t>
            </a:r>
          </a:p>
          <a:p xmlns:a="http://schemas.openxmlformats.org/drawingml/2006/main">
            <a:pPr>
              <a:def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02E"/>
                </a:solidFill>
                <a:latin typeface="Helvetica Neue"/>
                <a:ea typeface="Helvetica Neue"/>
                <a:cs typeface="Helvetica Neue"/>
              </a:rPr>
              <a:t>таблицы и подписанное резервное объяснение.</a:t>
            </a:r>
          </a:p>
        </p:txBody>
      </p:sp>
    </p:spTree>
    <p:extLst>
      <p:ext uri="{BB962C8B-B14F-4D97-AF65-F5344CB8AC3E}">
        <p14:creationId xmlns:p14="http://schemas.microsoft.com/office/powerpoint/2010/main" val="4471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2026-09-23T11:22:00.4520000Z</dcterms:created>
  <dcterms:modified xsi:type="dcterms:W3CDTF">2026-09-23T11:22:00.4520000Z</dcterms:modified>
</coreProperties>
</file>